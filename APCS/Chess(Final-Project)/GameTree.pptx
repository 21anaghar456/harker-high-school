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72"/>
    <p:restoredTop sz="94747"/>
  </p:normalViewPr>
  <p:slideViewPr>
    <p:cSldViewPr snapToGrid="0" snapToObjects="1">
      <p:cViewPr varScale="1">
        <p:scale>
          <a:sx n="82" d="100"/>
          <a:sy n="82" d="100"/>
        </p:scale>
        <p:origin x="9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31DD9-2FC5-3743-B3C5-F7B8DC9C81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6F0BA4-3749-484A-9615-63F7DC4B18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F29AA-3A3F-E942-8D8F-6780F29D2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E7732-37CA-AF4A-911F-87306598E004}" type="datetimeFigureOut">
              <a:rPr lang="en-US" smtClean="0"/>
              <a:t>5/26/20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CCDA13-7680-2346-B7E3-1AA261B7E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3EE2D-03E8-B24B-864F-92EA8B4F1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31BA4-9DC9-0842-85D1-03D2EAF67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96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78955-603E-6B44-B973-FCB3957CE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83A69-950D-974D-81A4-23D077732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3342E1-4906-554A-B00F-F8917D232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E7732-37CA-AF4A-911F-87306598E004}" type="datetimeFigureOut">
              <a:rPr lang="en-US" smtClean="0"/>
              <a:t>5/26/20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030BD-BFBB-3E4E-B6C1-E034C3A21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1C4B3-2018-B447-BC34-AAF795025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31BA4-9DC9-0842-85D1-03D2EAF67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04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97B47-471E-F649-B9C0-CB49D0984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3F7FF2-33CF-FF45-8D9F-0EEAB3671F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34491-66C4-F340-9722-64C5B93DC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E7732-37CA-AF4A-911F-87306598E004}" type="datetimeFigureOut">
              <a:rPr lang="en-US" smtClean="0"/>
              <a:t>5/26/20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F60E59-E277-6F45-8850-CD289461D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33976-F732-0945-A909-5CA614D50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31BA4-9DC9-0842-85D1-03D2EAF67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941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EBB5F-AA27-D24C-8C6F-40F1D503A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06EEC-B136-834C-A28B-7F74C46513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1FAD1E-AD7A-414F-A918-F7B436EF6C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A8EEBF-AC43-6A4A-BBE9-242A2A1F5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E7732-37CA-AF4A-911F-87306598E004}" type="datetimeFigureOut">
              <a:rPr lang="en-US" smtClean="0"/>
              <a:t>5/26/20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51F190-E434-F941-AB8F-1511BB222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E2865F-6592-844B-8DC9-00C06166B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31BA4-9DC9-0842-85D1-03D2EAF67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056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A5852-64D3-B649-9182-23EC8101A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DFF089-E134-404F-969F-4D83853052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F93EA1-CD66-5948-9C87-5DF8BA9EDA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FAC6F7-1192-9F4A-80F4-25BB18DDD5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1C43B8-C4A4-514E-9164-347254B43C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CFA61F-8CE8-E745-91AE-6A89336E8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E7732-37CA-AF4A-911F-87306598E004}" type="datetimeFigureOut">
              <a:rPr lang="en-US" smtClean="0"/>
              <a:t>5/26/20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B7C419-CDE4-7D41-9D6D-1CCAB52BD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3ED806-8AB4-6A4E-AAB7-54BF367AC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31BA4-9DC9-0842-85D1-03D2EAF67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5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734A2-579F-E247-90C4-1E3447BD6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8A040C-E65E-AB4E-9AB2-371775C51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E7732-37CA-AF4A-911F-87306598E004}" type="datetimeFigureOut">
              <a:rPr lang="en-US" smtClean="0"/>
              <a:t>5/26/20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8FFA80-2F6E-A846-9F9F-FD152428F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6F2122-993A-DA46-965A-E5056BFEF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31BA4-9DC9-0842-85D1-03D2EAF67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666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4B446E-324F-A841-93E4-3B7CEF4AF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E7732-37CA-AF4A-911F-87306598E004}" type="datetimeFigureOut">
              <a:rPr lang="en-US" smtClean="0"/>
              <a:t>5/26/20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CB01E2-67FB-524C-A141-529101314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57AD01-CE89-2C49-9F85-F5FC2D508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31BA4-9DC9-0842-85D1-03D2EAF67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533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F9292-7AE5-B945-96EA-78ECCD534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C9749-03F0-1B42-840E-42BA8D5EB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CADE59-2F77-F444-8464-B9B5438280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B352F2-C470-FC4E-92CF-179B29091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E7732-37CA-AF4A-911F-87306598E004}" type="datetimeFigureOut">
              <a:rPr lang="en-US" smtClean="0"/>
              <a:t>5/26/20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416944-5A9D-AE4B-BAB3-5F2C45ECD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395DDD-32A8-264C-B5C3-4ACD547D4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31BA4-9DC9-0842-85D1-03D2EAF67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481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4B487-93C9-8845-8007-D6E360559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725B2A-7F39-374C-832D-810370AB52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41F622-478D-2E4A-A5F5-F859E522C4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A86653-B140-7C42-A6FF-CA15900D0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E7732-37CA-AF4A-911F-87306598E004}" type="datetimeFigureOut">
              <a:rPr lang="en-US" smtClean="0"/>
              <a:t>5/26/20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98D3D3-F4C3-3B45-A724-CFEAE37A0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8F2D38-1634-6F4A-9298-59709A464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31BA4-9DC9-0842-85D1-03D2EAF67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350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BE294-B2E4-E246-B78C-1507D9286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C5D824-7655-2640-9EAD-17DCC318A9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9156D-2F4D-5A47-9864-C02C508FC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E7732-37CA-AF4A-911F-87306598E004}" type="datetimeFigureOut">
              <a:rPr lang="en-US" smtClean="0"/>
              <a:t>5/26/20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B4CFD-AFBB-B945-844C-E7629ED74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33333-7D6E-8C43-9196-86B1DCE47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31BA4-9DC9-0842-85D1-03D2EAF67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673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F2B1BB-C5EB-A045-92B5-3EF592DF55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9E8F42-96CC-0B41-9967-548A583057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44DA3-5179-D243-8293-86E323D35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E7732-37CA-AF4A-911F-87306598E004}" type="datetimeFigureOut">
              <a:rPr lang="en-US" smtClean="0"/>
              <a:t>5/26/20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1E3A4-EC72-794C-96CA-908FB1B8A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F5832-18DF-E447-A8A1-E1D9053A1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31BA4-9DC9-0842-85D1-03D2EAF67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847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E110F6-1EA4-9243-BDAB-5EBE93B4E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5DA319-C68C-A04A-8BE7-FF8C88BF1D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4B6639-8EAE-8548-B272-B2CDBFBD46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5E7732-37CA-AF4A-911F-87306598E004}" type="datetimeFigureOut">
              <a:rPr lang="en-US" smtClean="0"/>
              <a:t>5/26/20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47F8C-D4AE-2442-B003-2C6C9243D7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F86144-FB6C-7D46-B16B-F1F85E944E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931BA4-9DC9-0842-85D1-03D2EAF67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502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EEBC5AF-91C1-2C4B-A42B-6B0F1979F674}"/>
              </a:ext>
            </a:extLst>
          </p:cNvPr>
          <p:cNvGrpSpPr/>
          <p:nvPr/>
        </p:nvGrpSpPr>
        <p:grpSpPr>
          <a:xfrm>
            <a:off x="138389" y="18082"/>
            <a:ext cx="11825207" cy="6654105"/>
            <a:chOff x="138389" y="18082"/>
            <a:chExt cx="11825207" cy="6654105"/>
          </a:xfrm>
        </p:grpSpPr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EAD26D29-3551-174D-BD6D-2AE796658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26321" y="6235708"/>
              <a:ext cx="1248259" cy="1"/>
            </a:xfrm>
            <a:prstGeom prst="straightConnector1">
              <a:avLst/>
            </a:prstGeom>
            <a:ln w="34925" cmpd="sng">
              <a:solidFill>
                <a:srgbClr val="C00000">
                  <a:alpha val="36000"/>
                </a:srgbClr>
              </a:solidFill>
              <a:prstDash val="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A9CA6A63-B9B2-DA41-9427-F024125E2D08}"/>
                </a:ext>
              </a:extLst>
            </p:cNvPr>
            <p:cNvSpPr/>
            <p:nvPr/>
          </p:nvSpPr>
          <p:spPr>
            <a:xfrm>
              <a:off x="3006671" y="3952068"/>
              <a:ext cx="945397" cy="7749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Smart Player’s</a:t>
              </a:r>
            </a:p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Turn</a:t>
              </a: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2BB1EE58-7FDA-F145-8D43-0D33722B6D3A}"/>
                </a:ext>
              </a:extLst>
            </p:cNvPr>
            <p:cNvSpPr/>
            <p:nvPr/>
          </p:nvSpPr>
          <p:spPr>
            <a:xfrm>
              <a:off x="4693403" y="2632129"/>
              <a:ext cx="945397" cy="774915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bg1"/>
                  </a:solidFill>
                </a:rPr>
                <a:t>Opp</a:t>
              </a:r>
              <a:r>
                <a:rPr lang="en-US" sz="1400" dirty="0">
                  <a:solidFill>
                    <a:schemeClr val="bg1"/>
                  </a:solidFill>
                </a:rPr>
                <a:t> Player’s</a:t>
              </a:r>
            </a:p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Turn</a:t>
              </a: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1807D980-38ED-734A-AB43-8B50DECB1946}"/>
                </a:ext>
              </a:extLst>
            </p:cNvPr>
            <p:cNvSpPr/>
            <p:nvPr/>
          </p:nvSpPr>
          <p:spPr>
            <a:xfrm>
              <a:off x="6806335" y="1449047"/>
              <a:ext cx="945397" cy="7749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Smart Player’s</a:t>
              </a:r>
            </a:p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Turn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D8592E07-C2C9-DB45-888D-417B04A5BDC3}"/>
                </a:ext>
              </a:extLst>
            </p:cNvPr>
            <p:cNvSpPr/>
            <p:nvPr/>
          </p:nvSpPr>
          <p:spPr>
            <a:xfrm>
              <a:off x="6739179" y="3760922"/>
              <a:ext cx="945397" cy="7749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Smart Player’s</a:t>
              </a:r>
            </a:p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Turn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43BE43C7-2866-2448-A7FC-6922A2CB4402}"/>
                </a:ext>
              </a:extLst>
            </p:cNvPr>
            <p:cNvSpPr/>
            <p:nvPr/>
          </p:nvSpPr>
          <p:spPr>
            <a:xfrm>
              <a:off x="8255429" y="242807"/>
              <a:ext cx="945397" cy="774915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bg1"/>
                  </a:solidFill>
                </a:rPr>
                <a:t>Opp</a:t>
              </a:r>
              <a:r>
                <a:rPr lang="en-US" sz="1400" dirty="0">
                  <a:solidFill>
                    <a:schemeClr val="bg1"/>
                  </a:solidFill>
                </a:rPr>
                <a:t> Player’s</a:t>
              </a:r>
            </a:p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Turn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1A1581BD-51EC-9A4D-8DBA-1D2DD79E8325}"/>
                </a:ext>
              </a:extLst>
            </p:cNvPr>
            <p:cNvSpPr/>
            <p:nvPr/>
          </p:nvSpPr>
          <p:spPr>
            <a:xfrm>
              <a:off x="8281259" y="1854630"/>
              <a:ext cx="945397" cy="774915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bg1"/>
                  </a:solidFill>
                </a:rPr>
                <a:t>Opp</a:t>
              </a:r>
              <a:r>
                <a:rPr lang="en-US" sz="1400" dirty="0">
                  <a:solidFill>
                    <a:schemeClr val="bg1"/>
                  </a:solidFill>
                </a:rPr>
                <a:t> Player’s</a:t>
              </a:r>
            </a:p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Turn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35CC0167-8CC3-0340-AFDE-60F964046E04}"/>
                </a:ext>
              </a:extLst>
            </p:cNvPr>
            <p:cNvSpPr/>
            <p:nvPr/>
          </p:nvSpPr>
          <p:spPr>
            <a:xfrm>
              <a:off x="8358750" y="3177153"/>
              <a:ext cx="945397" cy="774915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bg1"/>
                  </a:solidFill>
                </a:rPr>
                <a:t>Opp</a:t>
              </a:r>
              <a:r>
                <a:rPr lang="en-US" sz="1400" dirty="0">
                  <a:solidFill>
                    <a:schemeClr val="bg1"/>
                  </a:solidFill>
                </a:rPr>
                <a:t> Player’s</a:t>
              </a:r>
            </a:p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Turn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AB23DEB8-DBD0-9E44-81A6-02B7AD776F61}"/>
                </a:ext>
              </a:extLst>
            </p:cNvPr>
            <p:cNvSpPr/>
            <p:nvPr/>
          </p:nvSpPr>
          <p:spPr>
            <a:xfrm>
              <a:off x="8358750" y="4675322"/>
              <a:ext cx="945397" cy="774915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bg1"/>
                  </a:solidFill>
                </a:rPr>
                <a:t>Opp</a:t>
              </a:r>
              <a:r>
                <a:rPr lang="en-US" sz="1400" dirty="0">
                  <a:solidFill>
                    <a:schemeClr val="bg1"/>
                  </a:solidFill>
                </a:rPr>
                <a:t> Player’s</a:t>
              </a:r>
            </a:p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Turn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7B79AC0-A67B-1D41-AE3A-0A7E656150FC}"/>
                </a:ext>
              </a:extLst>
            </p:cNvPr>
            <p:cNvSpPr/>
            <p:nvPr/>
          </p:nvSpPr>
          <p:spPr>
            <a:xfrm>
              <a:off x="10228881" y="18082"/>
              <a:ext cx="588936" cy="604434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-3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6B3B5C5-2A8A-724D-BCDB-A4DD87ADE4A5}"/>
                </a:ext>
              </a:extLst>
            </p:cNvPr>
            <p:cNvSpPr/>
            <p:nvPr/>
          </p:nvSpPr>
          <p:spPr>
            <a:xfrm>
              <a:off x="10228881" y="715505"/>
              <a:ext cx="588936" cy="604434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-5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CC1DC8E-B27A-764E-B6A4-24DD0B8CA61E}"/>
                </a:ext>
              </a:extLst>
            </p:cNvPr>
            <p:cNvSpPr/>
            <p:nvPr/>
          </p:nvSpPr>
          <p:spPr>
            <a:xfrm>
              <a:off x="10228881" y="1462006"/>
              <a:ext cx="588936" cy="604434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-2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6DED37E-03C2-4E44-8E75-FF11854876AC}"/>
                </a:ext>
              </a:extLst>
            </p:cNvPr>
            <p:cNvSpPr/>
            <p:nvPr/>
          </p:nvSpPr>
          <p:spPr>
            <a:xfrm>
              <a:off x="10228881" y="2242087"/>
              <a:ext cx="588936" cy="604434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-6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83B6B607-BD51-574D-86E7-E8DD607A8B53}"/>
                </a:ext>
              </a:extLst>
            </p:cNvPr>
            <p:cNvCxnSpPr>
              <a:stCxn id="4" idx="3"/>
              <a:endCxn id="5" idx="1"/>
            </p:cNvCxnSpPr>
            <p:nvPr/>
          </p:nvCxnSpPr>
          <p:spPr>
            <a:xfrm flipV="1">
              <a:off x="3952068" y="3019587"/>
              <a:ext cx="741335" cy="131993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45315215-CCC5-684B-AC63-4061455F16DD}"/>
                </a:ext>
              </a:extLst>
            </p:cNvPr>
            <p:cNvCxnSpPr>
              <a:stCxn id="5" idx="3"/>
              <a:endCxn id="6" idx="1"/>
            </p:cNvCxnSpPr>
            <p:nvPr/>
          </p:nvCxnSpPr>
          <p:spPr>
            <a:xfrm flipV="1">
              <a:off x="5638800" y="1836505"/>
              <a:ext cx="1167535" cy="11830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7C8A5801-E41B-AD4F-A091-2F041FC8CF5C}"/>
                </a:ext>
              </a:extLst>
            </p:cNvPr>
            <p:cNvCxnSpPr>
              <a:stCxn id="6" idx="3"/>
              <a:endCxn id="8" idx="1"/>
            </p:cNvCxnSpPr>
            <p:nvPr/>
          </p:nvCxnSpPr>
          <p:spPr>
            <a:xfrm flipV="1">
              <a:off x="7751732" y="630265"/>
              <a:ext cx="503697" cy="12062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CEFBC679-3C7C-0344-9862-91E93F06948E}"/>
                </a:ext>
              </a:extLst>
            </p:cNvPr>
            <p:cNvCxnSpPr>
              <a:cxnSpLocks/>
              <a:stCxn id="8" idx="3"/>
              <a:endCxn id="12" idx="2"/>
            </p:cNvCxnSpPr>
            <p:nvPr/>
          </p:nvCxnSpPr>
          <p:spPr>
            <a:xfrm flipV="1">
              <a:off x="9200826" y="320299"/>
              <a:ext cx="1028055" cy="30996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D2776DAF-28DD-2044-A544-96E9B0957D04}"/>
                </a:ext>
              </a:extLst>
            </p:cNvPr>
            <p:cNvCxnSpPr>
              <a:stCxn id="8" idx="3"/>
              <a:endCxn id="13" idx="2"/>
            </p:cNvCxnSpPr>
            <p:nvPr/>
          </p:nvCxnSpPr>
          <p:spPr>
            <a:xfrm>
              <a:off x="9200826" y="630265"/>
              <a:ext cx="1028055" cy="3874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8AAFE017-A59E-934B-B85A-00F2A5C78A71}"/>
                </a:ext>
              </a:extLst>
            </p:cNvPr>
            <p:cNvCxnSpPr>
              <a:cxnSpLocks/>
              <a:stCxn id="9" idx="3"/>
              <a:endCxn id="14" idx="2"/>
            </p:cNvCxnSpPr>
            <p:nvPr/>
          </p:nvCxnSpPr>
          <p:spPr>
            <a:xfrm flipV="1">
              <a:off x="9226656" y="1764223"/>
              <a:ext cx="1002225" cy="4778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22FEEC4E-9DEF-9145-9B92-54362C2019AC}"/>
                </a:ext>
              </a:extLst>
            </p:cNvPr>
            <p:cNvCxnSpPr>
              <a:cxnSpLocks/>
              <a:stCxn id="9" idx="3"/>
              <a:endCxn id="15" idx="2"/>
            </p:cNvCxnSpPr>
            <p:nvPr/>
          </p:nvCxnSpPr>
          <p:spPr>
            <a:xfrm>
              <a:off x="9226656" y="2242088"/>
              <a:ext cx="1002225" cy="3022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659BFC8C-5A1D-AB40-BD73-F9092622EBA0}"/>
                </a:ext>
              </a:extLst>
            </p:cNvPr>
            <p:cNvCxnSpPr>
              <a:stCxn id="6" idx="3"/>
              <a:endCxn id="9" idx="1"/>
            </p:cNvCxnSpPr>
            <p:nvPr/>
          </p:nvCxnSpPr>
          <p:spPr>
            <a:xfrm>
              <a:off x="7751732" y="1836505"/>
              <a:ext cx="529527" cy="40558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623CB01E-4F63-F541-BC4E-9428B4A2D29D}"/>
                </a:ext>
              </a:extLst>
            </p:cNvPr>
            <p:cNvCxnSpPr>
              <a:stCxn id="7" idx="3"/>
              <a:endCxn id="10" idx="1"/>
            </p:cNvCxnSpPr>
            <p:nvPr/>
          </p:nvCxnSpPr>
          <p:spPr>
            <a:xfrm flipV="1">
              <a:off x="7684576" y="3564611"/>
              <a:ext cx="674174" cy="58376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43925802-352E-5A42-A236-2B5E131FE1D4}"/>
                </a:ext>
              </a:extLst>
            </p:cNvPr>
            <p:cNvCxnSpPr>
              <a:stCxn id="7" idx="3"/>
              <a:endCxn id="11" idx="1"/>
            </p:cNvCxnSpPr>
            <p:nvPr/>
          </p:nvCxnSpPr>
          <p:spPr>
            <a:xfrm>
              <a:off x="7684576" y="4148380"/>
              <a:ext cx="674174" cy="914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DF286D88-813C-4947-B1E9-2706B0C2D63F}"/>
                </a:ext>
              </a:extLst>
            </p:cNvPr>
            <p:cNvCxnSpPr>
              <a:stCxn id="5" idx="3"/>
              <a:endCxn id="7" idx="1"/>
            </p:cNvCxnSpPr>
            <p:nvPr/>
          </p:nvCxnSpPr>
          <p:spPr>
            <a:xfrm>
              <a:off x="5638800" y="3019587"/>
              <a:ext cx="1100379" cy="11287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C2BCD7-3E6C-CD4A-98DB-261271B24FCF}"/>
                </a:ext>
              </a:extLst>
            </p:cNvPr>
            <p:cNvCxnSpPr/>
            <p:nvPr/>
          </p:nvCxnSpPr>
          <p:spPr>
            <a:xfrm>
              <a:off x="138389" y="5615104"/>
              <a:ext cx="1182520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ounded Rectangle 42">
              <a:extLst>
                <a:ext uri="{FF2B5EF4-FFF2-40B4-BE49-F238E27FC236}">
                  <a16:creationId xmlns:a16="http://schemas.microsoft.com/office/drawing/2014/main" id="{AB1C39B4-AC68-BC4A-8795-25E131AAAD5B}"/>
                </a:ext>
              </a:extLst>
            </p:cNvPr>
            <p:cNvSpPr/>
            <p:nvPr/>
          </p:nvSpPr>
          <p:spPr>
            <a:xfrm>
              <a:off x="639305" y="3952068"/>
              <a:ext cx="1038387" cy="774915"/>
            </a:xfrm>
            <a:prstGeom prst="round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Game</a:t>
              </a: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43AD1670-3D05-044A-B979-6FE332F2613D}"/>
                </a:ext>
              </a:extLst>
            </p:cNvPr>
            <p:cNvCxnSpPr>
              <a:stCxn id="43" idx="3"/>
              <a:endCxn id="4" idx="1"/>
            </p:cNvCxnSpPr>
            <p:nvPr/>
          </p:nvCxnSpPr>
          <p:spPr>
            <a:xfrm>
              <a:off x="1677692" y="4339526"/>
              <a:ext cx="13289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1F3F2832-7114-2D4E-937B-AD8903BF8770}"/>
                </a:ext>
              </a:extLst>
            </p:cNvPr>
            <p:cNvCxnSpPr/>
            <p:nvPr/>
          </p:nvCxnSpPr>
          <p:spPr>
            <a:xfrm>
              <a:off x="1158498" y="4835471"/>
              <a:ext cx="0" cy="1193370"/>
            </a:xfrm>
            <a:prstGeom prst="straightConnector1">
              <a:avLst/>
            </a:prstGeom>
            <a:ln>
              <a:solidFill>
                <a:schemeClr val="accent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D162473D-388E-DD43-974A-7C5BF4BDC461}"/>
                </a:ext>
              </a:extLst>
            </p:cNvPr>
            <p:cNvSpPr txBox="1"/>
            <p:nvPr/>
          </p:nvSpPr>
          <p:spPr>
            <a:xfrm>
              <a:off x="639304" y="5747059"/>
              <a:ext cx="103838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 </a:t>
              </a:r>
              <a:r>
                <a:rPr lang="en-US" dirty="0" err="1"/>
                <a:t>NextTurn</a:t>
              </a:r>
              <a:endParaRPr lang="en-US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A9FB102-4664-8D4E-B514-7D18F8C8D812}"/>
                </a:ext>
              </a:extLst>
            </p:cNvPr>
            <p:cNvSpPr txBox="1"/>
            <p:nvPr/>
          </p:nvSpPr>
          <p:spPr>
            <a:xfrm>
              <a:off x="2925950" y="5747060"/>
              <a:ext cx="12017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 </a:t>
              </a:r>
              <a:r>
                <a:rPr lang="en-US" dirty="0" err="1"/>
                <a:t>NextMove</a:t>
              </a:r>
              <a:endParaRPr lang="en-US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FC3A404-112C-C84B-A71E-FFAA07F59B43}"/>
                </a:ext>
              </a:extLst>
            </p:cNvPr>
            <p:cNvSpPr txBox="1"/>
            <p:nvPr/>
          </p:nvSpPr>
          <p:spPr>
            <a:xfrm>
              <a:off x="4475865" y="5716634"/>
              <a:ext cx="161497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 </a:t>
              </a:r>
              <a:r>
                <a:rPr lang="en-US" dirty="0" err="1"/>
                <a:t>ValueOfMeanestResponse</a:t>
              </a:r>
              <a:r>
                <a:rPr lang="en-US" dirty="0"/>
                <a:t>(3)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0C547A1-D9D4-FC4C-9EC2-29A00F893D47}"/>
                </a:ext>
              </a:extLst>
            </p:cNvPr>
            <p:cNvSpPr txBox="1"/>
            <p:nvPr/>
          </p:nvSpPr>
          <p:spPr>
            <a:xfrm>
              <a:off x="6739179" y="5747060"/>
              <a:ext cx="134290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 </a:t>
              </a:r>
              <a:r>
                <a:rPr lang="en-US" dirty="0" err="1"/>
                <a:t>ValueOfBestMove</a:t>
              </a:r>
              <a:r>
                <a:rPr lang="en-US" dirty="0"/>
                <a:t>(2)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0027C18-BBB7-C640-9291-0BF11EE71229}"/>
                </a:ext>
              </a:extLst>
            </p:cNvPr>
            <p:cNvSpPr txBox="1"/>
            <p:nvPr/>
          </p:nvSpPr>
          <p:spPr>
            <a:xfrm>
              <a:off x="10298623" y="5790304"/>
              <a:ext cx="103838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 Score()</a:t>
              </a:r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99267646-4E75-794E-B958-36AF90A3694B}"/>
                </a:ext>
              </a:extLst>
            </p:cNvPr>
            <p:cNvCxnSpPr/>
            <p:nvPr/>
          </p:nvCxnSpPr>
          <p:spPr>
            <a:xfrm>
              <a:off x="3479369" y="4835471"/>
              <a:ext cx="0" cy="1193370"/>
            </a:xfrm>
            <a:prstGeom prst="straightConnector1">
              <a:avLst/>
            </a:prstGeom>
            <a:ln>
              <a:solidFill>
                <a:schemeClr val="accent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E1765C14-ADD7-A748-8706-A7E9341B14FF}"/>
                </a:ext>
              </a:extLst>
            </p:cNvPr>
            <p:cNvCxnSpPr>
              <a:cxnSpLocks/>
              <a:stCxn id="85" idx="2"/>
            </p:cNvCxnSpPr>
            <p:nvPr/>
          </p:nvCxnSpPr>
          <p:spPr>
            <a:xfrm>
              <a:off x="5135612" y="5088241"/>
              <a:ext cx="9545" cy="832112"/>
            </a:xfrm>
            <a:prstGeom prst="straightConnector1">
              <a:avLst/>
            </a:prstGeom>
            <a:ln>
              <a:solidFill>
                <a:schemeClr val="accent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ED3963D3-7E2D-5C46-A7A4-958B54FDB45F}"/>
                </a:ext>
              </a:extLst>
            </p:cNvPr>
            <p:cNvCxnSpPr/>
            <p:nvPr/>
          </p:nvCxnSpPr>
          <p:spPr>
            <a:xfrm>
              <a:off x="7197670" y="4582785"/>
              <a:ext cx="0" cy="1193370"/>
            </a:xfrm>
            <a:prstGeom prst="straightConnector1">
              <a:avLst/>
            </a:prstGeom>
            <a:ln>
              <a:solidFill>
                <a:schemeClr val="accent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D7EBBA01-9BA8-AC40-8129-8EC9B97A71EE}"/>
                </a:ext>
              </a:extLst>
            </p:cNvPr>
            <p:cNvCxnSpPr>
              <a:cxnSpLocks/>
            </p:cNvCxnSpPr>
            <p:nvPr/>
          </p:nvCxnSpPr>
          <p:spPr>
            <a:xfrm>
              <a:off x="10523349" y="2955009"/>
              <a:ext cx="0" cy="2835295"/>
            </a:xfrm>
            <a:prstGeom prst="straightConnector1">
              <a:avLst/>
            </a:prstGeom>
            <a:ln>
              <a:solidFill>
                <a:schemeClr val="accent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B246F238-ABDF-A641-AA96-C8F5D16562BA}"/>
                </a:ext>
              </a:extLst>
            </p:cNvPr>
            <p:cNvCxnSpPr>
              <a:cxnSpLocks/>
              <a:stCxn id="11" idx="2"/>
            </p:cNvCxnSpPr>
            <p:nvPr/>
          </p:nvCxnSpPr>
          <p:spPr>
            <a:xfrm>
              <a:off x="8831449" y="5450237"/>
              <a:ext cx="0" cy="578604"/>
            </a:xfrm>
            <a:prstGeom prst="straightConnector1">
              <a:avLst/>
            </a:prstGeom>
            <a:ln>
              <a:solidFill>
                <a:schemeClr val="accent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3FE3A80A-0856-2A4E-AE54-AAD16CFD4BD4}"/>
                </a:ext>
              </a:extLst>
            </p:cNvPr>
            <p:cNvCxnSpPr>
              <a:cxnSpLocks/>
            </p:cNvCxnSpPr>
            <p:nvPr/>
          </p:nvCxnSpPr>
          <p:spPr>
            <a:xfrm>
              <a:off x="1701905" y="6185654"/>
              <a:ext cx="1248259" cy="1"/>
            </a:xfrm>
            <a:prstGeom prst="straightConnector1">
              <a:avLst/>
            </a:prstGeom>
            <a:ln w="34925" cmpd="sng">
              <a:solidFill>
                <a:srgbClr val="C00000"/>
              </a:solidFill>
              <a:prstDash val="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A0DD5E2C-F32E-BE47-A072-A15A7DC12840}"/>
                </a:ext>
              </a:extLst>
            </p:cNvPr>
            <p:cNvCxnSpPr/>
            <p:nvPr/>
          </p:nvCxnSpPr>
          <p:spPr>
            <a:xfrm>
              <a:off x="5452607" y="6028840"/>
              <a:ext cx="1248259" cy="1"/>
            </a:xfrm>
            <a:prstGeom prst="straightConnector1">
              <a:avLst/>
            </a:prstGeom>
            <a:ln w="34925" cmpd="sng">
              <a:solidFill>
                <a:srgbClr val="C00000"/>
              </a:solidFill>
              <a:prstDash val="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F1D7A540-4030-DD49-86ED-378476A0BC07}"/>
                </a:ext>
              </a:extLst>
            </p:cNvPr>
            <p:cNvCxnSpPr/>
            <p:nvPr/>
          </p:nvCxnSpPr>
          <p:spPr>
            <a:xfrm>
              <a:off x="7336060" y="5987089"/>
              <a:ext cx="1248259" cy="1"/>
            </a:xfrm>
            <a:prstGeom prst="straightConnector1">
              <a:avLst/>
            </a:prstGeom>
            <a:ln w="34925" cmpd="sng">
              <a:solidFill>
                <a:srgbClr val="C00000"/>
              </a:solidFill>
              <a:prstDash val="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76CDC9A6-600C-BB45-802E-A45E33F3BE21}"/>
                </a:ext>
              </a:extLst>
            </p:cNvPr>
            <p:cNvCxnSpPr/>
            <p:nvPr/>
          </p:nvCxnSpPr>
          <p:spPr>
            <a:xfrm>
              <a:off x="9024224" y="5967211"/>
              <a:ext cx="1248259" cy="1"/>
            </a:xfrm>
            <a:prstGeom prst="straightConnector1">
              <a:avLst/>
            </a:prstGeom>
            <a:ln w="34925" cmpd="sng">
              <a:solidFill>
                <a:srgbClr val="C00000"/>
              </a:solidFill>
              <a:prstDash val="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86251EC-5F82-8D4E-80E5-64A34A03E80D}"/>
                </a:ext>
              </a:extLst>
            </p:cNvPr>
            <p:cNvSpPr txBox="1"/>
            <p:nvPr/>
          </p:nvSpPr>
          <p:spPr>
            <a:xfrm>
              <a:off x="8554785" y="5748857"/>
              <a:ext cx="161497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 </a:t>
              </a:r>
              <a:r>
                <a:rPr lang="en-US" dirty="0" err="1"/>
                <a:t>ValueOfMeanestResponse</a:t>
              </a:r>
              <a:r>
                <a:rPr lang="en-US" dirty="0"/>
                <a:t>(1)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602E2CA3-1E4B-CA46-AD86-35290545958D}"/>
                </a:ext>
              </a:extLst>
            </p:cNvPr>
            <p:cNvSpPr txBox="1"/>
            <p:nvPr/>
          </p:nvSpPr>
          <p:spPr>
            <a:xfrm>
              <a:off x="7684576" y="854765"/>
              <a:ext cx="3975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-5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AA15B3F0-31C6-1740-99CF-6F7EFEF4E0C9}"/>
                </a:ext>
              </a:extLst>
            </p:cNvPr>
            <p:cNvSpPr txBox="1"/>
            <p:nvPr/>
          </p:nvSpPr>
          <p:spPr>
            <a:xfrm>
              <a:off x="7851913" y="2066440"/>
              <a:ext cx="4035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-6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5D9CA0FD-3D66-404B-95BA-66C8EE7C47DA}"/>
                </a:ext>
              </a:extLst>
            </p:cNvPr>
            <p:cNvSpPr txBox="1"/>
            <p:nvPr/>
          </p:nvSpPr>
          <p:spPr>
            <a:xfrm>
              <a:off x="7851913" y="3564611"/>
              <a:ext cx="4035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-3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E8CB22CE-9BC6-5440-8A71-5F8DC5ECAA99}"/>
                </a:ext>
              </a:extLst>
            </p:cNvPr>
            <p:cNvSpPr txBox="1"/>
            <p:nvPr/>
          </p:nvSpPr>
          <p:spPr>
            <a:xfrm>
              <a:off x="7851913" y="4675322"/>
              <a:ext cx="4035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-2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B3CE716-1FB8-7241-8F0C-AC4C1A96BF74}"/>
                </a:ext>
              </a:extLst>
            </p:cNvPr>
            <p:cNvSpPr txBox="1"/>
            <p:nvPr/>
          </p:nvSpPr>
          <p:spPr>
            <a:xfrm>
              <a:off x="6090835" y="1854630"/>
              <a:ext cx="3894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-5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B7FF0842-7285-5B45-B064-BB90A652916A}"/>
                </a:ext>
              </a:extLst>
            </p:cNvPr>
            <p:cNvSpPr txBox="1"/>
            <p:nvPr/>
          </p:nvSpPr>
          <p:spPr>
            <a:xfrm>
              <a:off x="6090835" y="3583983"/>
              <a:ext cx="3894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-2</a:t>
              </a:r>
            </a:p>
          </p:txBody>
        </p:sp>
        <p:sp>
          <p:nvSpPr>
            <p:cNvPr id="85" name="Rounded Rectangle 84">
              <a:extLst>
                <a:ext uri="{FF2B5EF4-FFF2-40B4-BE49-F238E27FC236}">
                  <a16:creationId xmlns:a16="http://schemas.microsoft.com/office/drawing/2014/main" id="{1B3D9AF4-516A-2F48-A993-1EC863706A2E}"/>
                </a:ext>
              </a:extLst>
            </p:cNvPr>
            <p:cNvSpPr/>
            <p:nvPr/>
          </p:nvSpPr>
          <p:spPr>
            <a:xfrm>
              <a:off x="4662913" y="4313326"/>
              <a:ext cx="945397" cy="774915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bg1"/>
                  </a:solidFill>
                </a:rPr>
                <a:t>Opp</a:t>
              </a:r>
              <a:r>
                <a:rPr lang="en-US" sz="1400" dirty="0">
                  <a:solidFill>
                    <a:schemeClr val="bg1"/>
                  </a:solidFill>
                </a:rPr>
                <a:t> Player’s</a:t>
              </a:r>
            </a:p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Turn</a:t>
              </a:r>
            </a:p>
          </p:txBody>
        </p: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BA712A0E-FDE4-8442-B838-39743ABFAF28}"/>
                </a:ext>
              </a:extLst>
            </p:cNvPr>
            <p:cNvCxnSpPr>
              <a:stCxn id="4" idx="3"/>
            </p:cNvCxnSpPr>
            <p:nvPr/>
          </p:nvCxnSpPr>
          <p:spPr>
            <a:xfrm>
              <a:off x="3952068" y="4339526"/>
              <a:ext cx="710845" cy="3874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7C720243-5B2D-4045-BCC2-D0BC82FE1811}"/>
                </a:ext>
              </a:extLst>
            </p:cNvPr>
            <p:cNvSpPr txBox="1"/>
            <p:nvPr/>
          </p:nvSpPr>
          <p:spPr>
            <a:xfrm>
              <a:off x="4127714" y="3177153"/>
              <a:ext cx="5351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-5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BB6BDCE7-B672-B144-B1A3-96113EC47C7A}"/>
                </a:ext>
              </a:extLst>
            </p:cNvPr>
            <p:cNvSpPr txBox="1"/>
            <p:nvPr/>
          </p:nvSpPr>
          <p:spPr>
            <a:xfrm>
              <a:off x="4127714" y="4533254"/>
              <a:ext cx="446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-8</a:t>
              </a:r>
            </a:p>
          </p:txBody>
        </p:sp>
        <p:sp>
          <p:nvSpPr>
            <p:cNvPr id="95" name="Arc 94">
              <a:extLst>
                <a:ext uri="{FF2B5EF4-FFF2-40B4-BE49-F238E27FC236}">
                  <a16:creationId xmlns:a16="http://schemas.microsoft.com/office/drawing/2014/main" id="{1C4FCC48-8857-A549-81F9-3FD4C6B5822F}"/>
                </a:ext>
              </a:extLst>
            </p:cNvPr>
            <p:cNvSpPr/>
            <p:nvPr/>
          </p:nvSpPr>
          <p:spPr>
            <a:xfrm rot="17121016">
              <a:off x="2338196" y="3080572"/>
              <a:ext cx="2723988" cy="2873074"/>
            </a:xfrm>
            <a:prstGeom prst="arc">
              <a:avLst/>
            </a:prstGeom>
            <a:ln>
              <a:headEnd type="stealth"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81AD71BB-57E4-6B4A-BCBE-CDE6A6997C39}"/>
                </a:ext>
              </a:extLst>
            </p:cNvPr>
            <p:cNvSpPr txBox="1"/>
            <p:nvPr/>
          </p:nvSpPr>
          <p:spPr>
            <a:xfrm>
              <a:off x="1821487" y="2949478"/>
              <a:ext cx="134143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Returns this move</a:t>
              </a:r>
            </a:p>
          </p:txBody>
        </p: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250FBF49-AFDB-D741-94FE-8BA7ABE02FFB}"/>
                </a:ext>
              </a:extLst>
            </p:cNvPr>
            <p:cNvCxnSpPr>
              <a:cxnSpLocks/>
            </p:cNvCxnSpPr>
            <p:nvPr/>
          </p:nvCxnSpPr>
          <p:spPr>
            <a:xfrm>
              <a:off x="706095" y="710244"/>
              <a:ext cx="1248259" cy="1"/>
            </a:xfrm>
            <a:prstGeom prst="straightConnector1">
              <a:avLst/>
            </a:prstGeom>
            <a:ln w="34925" cmpd="sng">
              <a:solidFill>
                <a:srgbClr val="C00000"/>
              </a:solidFill>
              <a:prstDash val="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A16AE06B-8FBA-3446-8F93-DFC64438E671}"/>
                </a:ext>
              </a:extLst>
            </p:cNvPr>
            <p:cNvSpPr txBox="1"/>
            <p:nvPr/>
          </p:nvSpPr>
          <p:spPr>
            <a:xfrm>
              <a:off x="639304" y="854765"/>
              <a:ext cx="15274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Function calls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89287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79</Words>
  <Application>Microsoft Macintosh PowerPoint</Application>
  <PresentationFormat>Widescreen</PresentationFormat>
  <Paragraphs>39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Anagha</dc:creator>
  <cp:lastModifiedBy>Anagha</cp:lastModifiedBy>
  <cp:revision>11</cp:revision>
  <dcterms:created xsi:type="dcterms:W3CDTF">2020-05-27T02:54:31Z</dcterms:created>
  <dcterms:modified xsi:type="dcterms:W3CDTF">2020-05-27T05:17:36Z</dcterms:modified>
</cp:coreProperties>
</file>